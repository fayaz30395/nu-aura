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expectation: this is a practitioner deck. The goal is immediate usability, not abstract AI education.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frame AI as a workflow shift. Teams that use it well move faster on both output and iteration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broad applicability slide. The pattern is simple: AI helps wherever context must be turned into structured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Daily pattern: ChatGPT for framing, Claude for deeper reasoning, Codex for getting work done in the codebase, Copilot for IDE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want the audience to stop asking which tool is best overall. The useful question is best for what stage of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actual workflow is multi-tool. The stage-based handoff is what keeps output quality high without slowing me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five-step loop is the backbone. It saves time because it forces clarity before asking the model to produce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simplest prompt structure that scales across coding, planning, documentation, and business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of the biggest mistakes early on is assuming the model should infer context. Better prompts reduce rework dramatically.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developers, the biggest time savings usually come from generation plus explanation, not generation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pattern typically saves 30 to 40 percent of implementation time for routine service and controller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 use is less about generating a perfect design and more about making assumptions explicit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default move is to ask for alternatives and bottlenecks explicitly. That usually surfaces more useful thinking than a single design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PM and business teams, AI is most valuable when input is messy and the output must be structured and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one of the cleanest business use cases because it turns unstructured notes into artifacts the team can act on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I’ll keep this demo realistic: prompt, output, critique, refine. The goal is to show how real usage looks, including corrections.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demo usually lands well with mixed audiences because everyone recognizes the pain of turning raw notes into something 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close by grounding the audience: AI is a multiplier when paired with judgment, review discipline, and good workflow habits.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5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182880"/>
            <a:ext cx="1828800" cy="6309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12064"/>
            <a:ext cx="1645920" cy="719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72A"/>
                </a:solidFill>
                <a:latin typeface="Aptos Display"/>
              </a:rPr>
              <a:t>AI for Modern Teams: Real-World Usage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  <a:latin typeface="Aptos"/>
              </a:rPr>
              <a:t>How we actually use AI daily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868680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Practical workshop for developers, architects, tech leads, and business teams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Focused on daily execution, not AI theory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Covers tools, workflows, prompts, and role-based examples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Everything shown is intended to be reusable after this session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2680" y="1828800"/>
            <a:ext cx="1645920" cy="1005840"/>
          </a:xfrm>
          <a:prstGeom prst="roundRect">
            <a:avLst/>
          </a:prstGeom>
          <a:solidFill>
            <a:srgbClr val="145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182880"/>
            <a:ext cx="1828800" cy="6309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12064"/>
            <a:ext cx="1645920" cy="719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72A"/>
                </a:solidFill>
                <a:latin typeface="Aptos Display"/>
              </a:rPr>
              <a:t>The Reality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868680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AI is already embedded in daily work across product, engineering, and operations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The speed gap is now visible: early adopters finish routine work much faster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Strong teams use AI to compress cycle time, not to avoid thinking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AI augments judgment-heavy work; it does not replace domain ownership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The new skill is not just using tools, but using them deliberately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0" y="1828800"/>
            <a:ext cx="1645920" cy="10058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182880"/>
            <a:ext cx="1828800" cy="6309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12064"/>
            <a:ext cx="1645920" cy="719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72A"/>
                </a:solidFill>
                <a:latin typeface="Aptos Display"/>
              </a:rPr>
              <a:t>Where AI Fits in Daily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868680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Coding: scaffolding APIs, refactors, tests, debugging, code explanations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Writing: docs, summaries, release notes, stakeholder updates, meeting outputs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Analysis: tradeoffs, root-cause exploration, option comparison, pattern matching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Planning: breaking vague requests into actionable next steps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Communication: adjusting tone, clarity, and structure for different audiences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0" y="1828800"/>
            <a:ext cx="1645920" cy="1005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182880"/>
            <a:ext cx="1828800" cy="6309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12064"/>
            <a:ext cx="1645920" cy="719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72A"/>
                </a:solidFill>
                <a:latin typeface="Aptos Display"/>
              </a:rPr>
              <a:t>Tools I Use in Real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868680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ChatGPT:</a:t>
            </a:r>
            <a:r>
              <a:rPr sz="2000">
                <a:solidFill>
                  <a:srgbClr val="0C172A"/>
                </a:solidFill>
                <a:latin typeface="Aptos"/>
              </a:rPr>
              <a:t> general-purpose thinking, brainstorming, drafting, and first-pass structuring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Claude:</a:t>
            </a:r>
            <a:r>
              <a:rPr sz="2000">
                <a:solidFill>
                  <a:srgbClr val="0C172A"/>
                </a:solidFill>
                <a:latin typeface="Aptos"/>
              </a:rPr>
              <a:t> deep reasoning, long-context synthesis, architecture work, and better structured outputs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Codex:</a:t>
            </a:r>
            <a:r>
              <a:rPr sz="2000">
                <a:solidFill>
                  <a:srgbClr val="0C172A"/>
                </a:solidFill>
                <a:latin typeface="Aptos"/>
              </a:rPr>
              <a:t> execution-focused coding, file-aware implementation, and task completion in a repo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GitHub Copilot:</a:t>
            </a:r>
            <a:r>
              <a:rPr sz="2000">
                <a:solidFill>
                  <a:srgbClr val="0C172A"/>
                </a:solidFill>
                <a:latin typeface="Aptos"/>
              </a:rPr>
              <a:t> in-IDE acceleration for boilerplate, completions, tests, and local edits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The practical pattern: I switch tools based on stage, not brand preference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0" y="1828800"/>
            <a:ext cx="1645920" cy="10058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182880"/>
            <a:ext cx="1828800" cy="6309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12064"/>
            <a:ext cx="1645920" cy="719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72A"/>
                </a:solidFill>
                <a:latin typeface="Aptos Display"/>
              </a:rPr>
              <a:t>AI Tools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868680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ChatGPT is strongest when you need a quick start, idea generation, or broad assistance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Claude is strongest when the problem is complex, ambiguous, or requires long context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Codex is strongest when the goal is execution, code changes, and tool-driven task completion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Copilot is strongest when you are already coding and want to move faster inline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The wrong tool usually shows up as extra prompt effort, shallow output, or more manual cleanup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0" y="1828800"/>
            <a:ext cx="1645920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5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182880"/>
            <a:ext cx="1828800" cy="6309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12064"/>
            <a:ext cx="1645920" cy="719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72A"/>
                </a:solidFill>
                <a:latin typeface="Aptos Display"/>
              </a:rPr>
              <a:t>Use the Right Tool at the Right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868680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Start with ChatGPT to understand the problem and sketch an initial approach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Move to Claude to refine architecture, identify edge cases, and improve structure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Use Codex to execute changes, generate code, or complete repository tasks end to end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Use Copilot while implementing to accelerate repetitive edits and local coding flow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The win comes from chaining tools intentionally instead of forcing one tool to do everything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0" y="1828800"/>
            <a:ext cx="1645920" cy="1005840"/>
          </a:xfrm>
          <a:prstGeom prst="roundRect">
            <a:avLst/>
          </a:prstGeom>
          <a:solidFill>
            <a:srgbClr val="145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182880"/>
            <a:ext cx="1828800" cy="6309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12064"/>
            <a:ext cx="1645920" cy="719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72A"/>
                </a:solidFill>
                <a:latin typeface="Aptos Display"/>
              </a:rPr>
              <a:t>How to Use AI: Universal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868680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Step 1:</a:t>
            </a:r>
            <a:r>
              <a:rPr sz="2000">
                <a:solidFill>
                  <a:srgbClr val="0C172A"/>
                </a:solidFill>
                <a:latin typeface="Aptos"/>
              </a:rPr>
              <a:t> define the exact goal, success criteria, and target audience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Step 2:</a:t>
            </a:r>
            <a:r>
              <a:rPr sz="2000">
                <a:solidFill>
                  <a:srgbClr val="0C172A"/>
                </a:solidFill>
                <a:latin typeface="Aptos"/>
              </a:rPr>
              <a:t> provide context such as role, stack, constraints, and current state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Step 3:</a:t>
            </a:r>
            <a:r>
              <a:rPr sz="2000">
                <a:solidFill>
                  <a:srgbClr val="0C172A"/>
                </a:solidFill>
                <a:latin typeface="Aptos"/>
              </a:rPr>
              <a:t> ask for a structured output like bullets, code, table, plan, or checklist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Step 4:</a:t>
            </a:r>
            <a:r>
              <a:rPr sz="2000">
                <a:solidFill>
                  <a:srgbClr val="0C172A"/>
                </a:solidFill>
                <a:latin typeface="Aptos"/>
              </a:rPr>
              <a:t> review critically, fix assumptions, and narrow weak sections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Step 5:</a:t>
            </a:r>
            <a:r>
              <a:rPr sz="2000">
                <a:solidFill>
                  <a:srgbClr val="0C172A"/>
                </a:solidFill>
                <a:latin typeface="Aptos"/>
              </a:rPr>
              <a:t> iterate in smaller loops until the output is ready to 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0" y="1828800"/>
            <a:ext cx="1645920" cy="1005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182880"/>
            <a:ext cx="1828800" cy="6309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12064"/>
            <a:ext cx="1645920" cy="719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72A"/>
                </a:solidFill>
                <a:latin typeface="Aptos Display"/>
              </a:rPr>
              <a:t>Prompting Framework I Use Daily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868680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Act as:</a:t>
            </a:r>
            <a:r>
              <a:rPr sz="2000">
                <a:solidFill>
                  <a:srgbClr val="0C172A"/>
                </a:solidFill>
                <a:latin typeface="Aptos"/>
              </a:rPr>
              <a:t> define the role you want the model to simulate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Context:</a:t>
            </a:r>
            <a:r>
              <a:rPr sz="2000">
                <a:solidFill>
                  <a:srgbClr val="0C172A"/>
                </a:solidFill>
                <a:latin typeface="Aptos"/>
              </a:rPr>
              <a:t> provide business situation, technical stack, and known constraints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Task:</a:t>
            </a:r>
            <a:r>
              <a:rPr sz="2000">
                <a:solidFill>
                  <a:srgbClr val="0C172A"/>
                </a:solidFill>
                <a:latin typeface="Aptos"/>
              </a:rPr>
              <a:t> state the job clearly in one sentence with an outcome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Output format:</a:t>
            </a:r>
            <a:r>
              <a:rPr sz="2000">
                <a:solidFill>
                  <a:srgbClr val="0C172A"/>
                </a:solidFill>
                <a:latin typeface="Aptos"/>
              </a:rPr>
              <a:t> request a table, bullets, code, slides, test plan, or ADR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Constraints:</a:t>
            </a:r>
            <a:r>
              <a:rPr sz="2000">
                <a:solidFill>
                  <a:srgbClr val="0C172A"/>
                </a:solidFill>
                <a:latin typeface="Aptos"/>
              </a:rPr>
              <a:t> include style, depth, length, security, and do-not-do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0" y="1828800"/>
            <a:ext cx="1645920" cy="10058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182880"/>
            <a:ext cx="1828800" cy="6309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12064"/>
            <a:ext cx="1645920" cy="719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72A"/>
                </a:solidFill>
                <a:latin typeface="Aptos Display"/>
              </a:rPr>
              <a:t>Prompt Quality: Before vs After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868680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Weak prompt:</a:t>
            </a:r>
            <a:r>
              <a:rPr sz="2000">
                <a:solidFill>
                  <a:srgbClr val="0C172A"/>
                </a:solidFill>
                <a:latin typeface="Aptos"/>
              </a:rPr>
              <a:t> “Write an API for leave requests.”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Weak result:</a:t>
            </a:r>
            <a:r>
              <a:rPr sz="2000">
                <a:solidFill>
                  <a:srgbClr val="0C172A"/>
                </a:solidFill>
                <a:latin typeface="Aptos"/>
              </a:rPr>
              <a:t> generic code, missing validation, unclear assumptions, no tests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Strong prompt:</a:t>
            </a:r>
            <a:r>
              <a:rPr sz="2000">
                <a:solidFill>
                  <a:srgbClr val="0C172A"/>
                </a:solidFill>
                <a:latin typeface="Aptos"/>
              </a:rPr>
              <a:t> include stack, endpoint scope, auth rules, output format, and edge cases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Strong result:</a:t>
            </a:r>
            <a:r>
              <a:rPr sz="2000">
                <a:solidFill>
                  <a:srgbClr val="0C172A"/>
                </a:solidFill>
                <a:latin typeface="Aptos"/>
              </a:rPr>
              <a:t> structured API, validation, permission handling, and test-ready output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Prompt quality usually determines whether AI is a time saver or a cleanup burden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0" y="1828800"/>
            <a:ext cx="1645920" cy="10058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182880"/>
            <a:ext cx="1828800" cy="6309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12064"/>
            <a:ext cx="1645920" cy="719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72A"/>
                </a:solidFill>
                <a:latin typeface="Aptos Display"/>
              </a:rPr>
              <a:t>Developers: Where AI Helps Most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868680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Writing APIs, DTOs, validation, service methods, and database access patterns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Debugging stack traces and isolating the likely fault line faster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Generating unit tests, edge cases, mocks, and test data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Understanding legacy code and converting unfamiliar code into plain English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Refactoring repetitive code with guardrails instead of rewriting from scratch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0" y="1828800"/>
            <a:ext cx="1645920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5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182880"/>
            <a:ext cx="1828800" cy="6309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12064"/>
            <a:ext cx="1645920" cy="719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72A"/>
                </a:solidFill>
                <a:latin typeface="Aptos Display"/>
              </a:rPr>
              <a:t>Developer Workflow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868680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Prompt AI with the stack, endpoint contract, validation rules, and expected response model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Generate the API skeleton, then ask for input validation and error handling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Refine for edge cases like pagination, null handling, auth, and testability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Generate tests and ask the model to explain what is still missing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Move to Copilot for the final coding pass and small local edits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0" y="1828800"/>
            <a:ext cx="1645920" cy="1005840"/>
          </a:xfrm>
          <a:prstGeom prst="roundRect">
            <a:avLst/>
          </a:prstGeom>
          <a:solidFill>
            <a:srgbClr val="145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3200400"/>
            <a:ext cx="3840480" cy="1645920"/>
          </a:xfrm>
          <a:prstGeom prst="roundRect">
            <a:avLst/>
          </a:prstGeom>
          <a:solidFill>
            <a:srgbClr val="0C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  <a:latin typeface="Courier New"/>
              </a:rPr>
              <a:t>@PostMapping("/leave-requests")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  <a:latin typeface="Courier New"/>
              </a:rPr>
              <a:t>public LeaveResponse create(@Valid @RequestBody CreateLeaveRequest request) {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  <a:latin typeface="Courier New"/>
              </a:rPr>
              <a:t>    return leaveService.create(request);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182880"/>
            <a:ext cx="1828800" cy="6309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12064"/>
            <a:ext cx="1645920" cy="719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72A"/>
                </a:solidFill>
                <a:latin typeface="Aptos Display"/>
              </a:rPr>
              <a:t>Architects and Tech Leads: Where AI 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868680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Exploring system design options before locking into one direction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Comparing tradeoffs across scalability, cost, complexity, and delivery risk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Drafting HLDs, LLDs, ADRs, sequence flows, and implementation breakdowns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Pressure-testing assumptions by asking AI to argue against the proposed design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Reviewing architecture decisions in a more structured and repeatable 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0" y="1828800"/>
            <a:ext cx="1645920" cy="1005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182880"/>
            <a:ext cx="1828800" cy="6309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12064"/>
            <a:ext cx="1645920" cy="719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72A"/>
                </a:solidFill>
                <a:latin typeface="Aptos Display"/>
              </a:rPr>
              <a:t>Architect Example: Prompt for a Scalable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868680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Prompt with system context, expected load, failure tolerance, and current constraints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Ask for components, data flow, integration points, and likely bottlenecks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Request at least two alternatives with operational and cost tradeoffs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Ask what would break first at 10x scale and how to mitigate it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Use the output as a discussion starter, not an auto-approved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0" y="1828800"/>
            <a:ext cx="1645920" cy="10058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182880"/>
            <a:ext cx="1828800" cy="6309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12064"/>
            <a:ext cx="1645920" cy="719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72A"/>
                </a:solidFill>
                <a:latin typeface="Aptos Display"/>
              </a:rPr>
              <a:t>Product and Business Teams: Where AI 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868680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Turning rough ideas into PRDs, user stories, and acceptance criteria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Refining requirements before they reach engineering and design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Summarizing meetings, customer calls, and stakeholder feedback faster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Drafting emails, updates, reports, and executive summaries with better structure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Creating repeatable templates for weekly communication and planning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0" y="1828800"/>
            <a:ext cx="1645920" cy="10058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182880"/>
            <a:ext cx="1828800" cy="6309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12064"/>
            <a:ext cx="1645920" cy="719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72A"/>
                </a:solidFill>
                <a:latin typeface="Aptos Display"/>
              </a:rPr>
              <a:t>PM and Business Workflow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868680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Input a rough problem statement, target user, and business goal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Ask AI to draft a PRD with scope, assumptions, risks, and metrics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Convert the PRD into user stories and acceptance criteria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Refine unclear requirements with the team instead of starting from a blank page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Use AI again for status updates, summaries, and stakeholder communication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0" y="1828800"/>
            <a:ext cx="1645920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5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182880"/>
            <a:ext cx="1828800" cy="6309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12064"/>
            <a:ext cx="1645920" cy="719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72A"/>
                </a:solidFill>
                <a:latin typeface="Aptos Display"/>
              </a:rPr>
              <a:t>Live Demo #1: Developer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868680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Scenario:</a:t>
            </a:r>
            <a:r>
              <a:rPr sz="2000">
                <a:solidFill>
                  <a:srgbClr val="0C172A"/>
                </a:solidFill>
                <a:latin typeface="Aptos"/>
              </a:rPr>
              <a:t> build a small REST API from a clear business requirement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Show the prompt, then the first-pass output from the AI tool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Refine for validation, error handling, permission checks, and tests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Highlight what the model got right and what still required engineering judgment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End with a reusable prompt pattern the audience can try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0" y="1828800"/>
            <a:ext cx="1645920" cy="1005840"/>
          </a:xfrm>
          <a:prstGeom prst="roundRect">
            <a:avLst/>
          </a:prstGeom>
          <a:solidFill>
            <a:srgbClr val="145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182880"/>
            <a:ext cx="1828800" cy="6309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12064"/>
            <a:ext cx="1645920" cy="719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72A"/>
                </a:solidFill>
                <a:latin typeface="Aptos Display"/>
              </a:rPr>
              <a:t>Live Demo #2: PM and Business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868680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Scenario:</a:t>
            </a:r>
            <a:r>
              <a:rPr sz="2000">
                <a:solidFill>
                  <a:srgbClr val="0C172A"/>
                </a:solidFill>
                <a:latin typeface="Aptos"/>
              </a:rPr>
              <a:t> convert messy meeting notes into a structured summary and action plan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Show raw notes, then ask AI for key decisions, risks, and next steps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Refine into a stakeholder-ready update with cleaner language and ownership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Highlight how tone and output format change the usefulness of the result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End with a prompt template for summarization and follow-up communication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0" y="1828800"/>
            <a:ext cx="1645920" cy="1005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182880"/>
            <a:ext cx="1828800" cy="6309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12064"/>
            <a:ext cx="1645920" cy="719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172A"/>
                </a:solidFill>
                <a:latin typeface="Aptos Display"/>
              </a:rPr>
              <a:t>Risks, Best Practices, and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868680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Main risks:</a:t>
            </a:r>
            <a:r>
              <a:rPr sz="2000">
                <a:solidFill>
                  <a:srgbClr val="0C172A"/>
                </a:solidFill>
                <a:latin typeface="Aptos"/>
              </a:rPr>
              <a:t> hallucinations, sensitive data exposure, over-reliance, and licensing blind spots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Best practice:</a:t>
            </a:r>
            <a:r>
              <a:rPr sz="2000">
                <a:solidFill>
                  <a:srgbClr val="0C172A"/>
                </a:solidFill>
                <a:latin typeface="Aptos"/>
              </a:rPr>
              <a:t> treat AI like a junior engineer or analyst, not an autonomous authority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Always review outputs, especially code, decisions, data, and external claims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C172A"/>
                </a:solidFill>
                <a:latin typeface="Aptos"/>
              </a:rPr>
              <a:t>Break bigger work into steps and reuse the prompts that consistently work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C172A"/>
                </a:solidFill>
                <a:latin typeface="Aptos"/>
              </a:rPr>
              <a:t>Key takeaway:</a:t>
            </a:r>
            <a:r>
              <a:rPr sz="2000">
                <a:solidFill>
                  <a:srgbClr val="0C172A"/>
                </a:solidFill>
                <a:latin typeface="Aptos"/>
              </a:rPr>
              <a:t> start small, use AI daily, and build team-specific workflows fast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0" y="1828800"/>
            <a:ext cx="1645920" cy="10058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